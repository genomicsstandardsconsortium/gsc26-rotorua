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8284"/>
    <a:srgbClr val="F6C37E"/>
    <a:srgbClr val="DB8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B6C8-651B-57C8-43EA-673AFD385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B7677-E480-5639-025A-255031D13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CD0BA-D4DE-70A8-1466-E7515E0F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EF60F-BB3F-2211-1573-CD5B8DEB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E350-B89C-F0F7-F413-221D1980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49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FF14-02E4-FE49-D113-9F3CC9C2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1BF04-A9F8-0039-9230-8A8D52BFC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EF3FA-8233-AC13-5160-C59F6170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F1A9F-F141-C2DD-C400-CA99C2B6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54D3C-C1D5-B8E0-B79B-337BA168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11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D632-313E-9567-8BBF-04E487B1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47A84-8BA8-3C11-14E8-B1E5C13DD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C0F5F-CB9D-0C37-070B-80DFB931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8235C-6764-A666-CCF1-32E3FC15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3AC8D-7C33-C810-9F96-1328C408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87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3E3C-0059-383F-49ED-52A45CB95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AF0A-E75C-3D24-A966-37DB6B15B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F5425-98C3-026F-A4BB-D82BF58CE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4F279-69ED-FC93-B0F2-7641EF9B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19ED0-9526-96E0-F9CC-05015888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DDB8C-F70F-6B1B-1752-63FB1B75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55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A711-C49A-F814-D9D6-CD66AF6E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1DB15-1B31-F0AF-1BB1-D99CCE0C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96CE7-6601-89B3-3EE0-E0E43F78C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26411-6E2E-9003-9D50-EFE2DE1D1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956FC-08B2-15B0-FC2B-7C2F2F56B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14A96-0FA6-B29B-1F70-1C0A7BAC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44BB6-3AF9-6CA5-2C83-6E367BED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4AA-7E7E-DCA2-E392-D930FCBB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63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D8EF-2625-6509-1A9D-BDD82035A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6946E-2663-968C-D194-50BEFA2D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ACFF1-2511-C116-13C9-45D18E6E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66633-5582-A581-0C97-4C2ABBEE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33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A3AC3-E24F-4D09-FC18-49DC08C36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0BD82-5BEA-5BB1-3853-7DD59F0D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7E238-8D8F-D24C-3146-AA27E48F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47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E2F2-C352-24DA-D619-600B28D4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E2DDD-35A1-EF6A-BC66-D21BF6112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F523E-B103-4BDB-0C11-747BF525F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190D0-648D-E226-362A-7D7962DCC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8B01-7798-3D48-831D-6EDAFDD8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0292E-6928-3FAF-AB8B-B77F093A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7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341A-04DA-4307-4C37-21C4E3B0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4A856-CBDD-863C-2D36-4766525AD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A0247-E22B-0BDF-7402-358B8950B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5CF95-0702-35F0-6A60-18CD06EB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A9F62-9549-8B7C-41E9-E6290EB4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DD45A-5C7A-78C7-1CFA-B6262352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41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E5FF-6986-99E7-978D-E6A3E661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77DAB-E5ED-5F37-8E19-43261BC6B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F7956-0FD6-87D7-3E65-F5698F97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08CA3-D87D-3076-3382-83138421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D6370-D810-0360-505E-3B7A55F7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75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0A000-3778-07D9-D3FB-28E2F6D14D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98C2F-DDDB-8E08-8F41-2E66C5734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16CD3-6C22-E281-FBD9-2F7C1AAE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9DCF0-7818-5970-0675-AFFC7C8E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186F5-1A5D-40A0-A329-5AC4572A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12F44-CFFA-AF70-5BF2-02447BAC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F5362-B8FD-45D8-9738-EE2B5C73A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03D9B-E37A-BA07-B8C2-DF6D7F7DB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1A87F-2973-4ED4-98DB-1C673C426A4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8C09-418B-2F91-E1DA-3EB5EF2C7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FA84-129A-011C-1123-3C7AA33C1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B2F21-98CC-44A0-AA5D-815D76FB0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10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A468C76-9353-6480-D4C3-3E736278B91B}"/>
              </a:ext>
            </a:extLst>
          </p:cNvPr>
          <p:cNvGrpSpPr/>
          <p:nvPr/>
        </p:nvGrpSpPr>
        <p:grpSpPr>
          <a:xfrm>
            <a:off x="1294835" y="3762591"/>
            <a:ext cx="9602329" cy="2295708"/>
            <a:chOff x="365760" y="402336"/>
            <a:chExt cx="9602329" cy="229570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615E640-BD74-6EF0-190B-DA99B92BCDE2}"/>
                </a:ext>
              </a:extLst>
            </p:cNvPr>
            <p:cNvGrpSpPr/>
            <p:nvPr/>
          </p:nvGrpSpPr>
          <p:grpSpPr>
            <a:xfrm>
              <a:off x="365760" y="402336"/>
              <a:ext cx="9602329" cy="2295708"/>
              <a:chOff x="365760" y="402336"/>
              <a:chExt cx="9602329" cy="2295708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68E4F03-B8E9-E621-67C8-2C2B133F74CB}"/>
                  </a:ext>
                </a:extLst>
              </p:cNvPr>
              <p:cNvSpPr/>
              <p:nvPr/>
            </p:nvSpPr>
            <p:spPr>
              <a:xfrm>
                <a:off x="365760" y="402336"/>
                <a:ext cx="9602329" cy="229570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4"/>
                  </a:gs>
                  <a:gs pos="41000">
                    <a:schemeClr val="accent4">
                      <a:lumMod val="40000"/>
                      <a:lumOff val="60000"/>
                    </a:schemeClr>
                  </a:gs>
                  <a:gs pos="68000">
                    <a:schemeClr val="accent4">
                      <a:lumMod val="40000"/>
                      <a:lumOff val="60000"/>
                    </a:schemeClr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6000"/>
                  </a:lnSpc>
                </a:pPr>
                <a:endParaRPr lang="en-GB" sz="96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C0E24C-D4A0-5C36-27AC-B47DC753A1C4}"/>
                  </a:ext>
                </a:extLst>
              </p:cNvPr>
              <p:cNvSpPr txBox="1"/>
              <p:nvPr/>
            </p:nvSpPr>
            <p:spPr>
              <a:xfrm>
                <a:off x="2701345" y="580694"/>
                <a:ext cx="493115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GOLD </a:t>
                </a:r>
              </a:p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SPONSORS</a:t>
                </a: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1E5057-B393-5350-BCDE-8E3F86C82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819" y="580694"/>
              <a:ext cx="1389467" cy="161246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159177E-6D0A-5EF9-EF96-1150CF817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82572" y="580694"/>
              <a:ext cx="1389467" cy="1612468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7C1111-2AD5-53C0-EDA7-EA12E8AF79BF}"/>
              </a:ext>
            </a:extLst>
          </p:cNvPr>
          <p:cNvGrpSpPr/>
          <p:nvPr/>
        </p:nvGrpSpPr>
        <p:grpSpPr>
          <a:xfrm>
            <a:off x="1294835" y="621343"/>
            <a:ext cx="9602329" cy="2295708"/>
            <a:chOff x="360505" y="3297936"/>
            <a:chExt cx="9602329" cy="229570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FFA73FB-D8B1-FA8E-079C-48DDF6460AC2}"/>
                </a:ext>
              </a:extLst>
            </p:cNvPr>
            <p:cNvGrpSpPr/>
            <p:nvPr/>
          </p:nvGrpSpPr>
          <p:grpSpPr>
            <a:xfrm>
              <a:off x="360505" y="3297936"/>
              <a:ext cx="9602329" cy="2295708"/>
              <a:chOff x="365760" y="402336"/>
              <a:chExt cx="9602329" cy="229570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E7024467-DFAC-6A72-3F3C-141F0EC10895}"/>
                  </a:ext>
                </a:extLst>
              </p:cNvPr>
              <p:cNvSpPr/>
              <p:nvPr/>
            </p:nvSpPr>
            <p:spPr>
              <a:xfrm>
                <a:off x="365760" y="402336"/>
                <a:ext cx="9602329" cy="229570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7C8284"/>
                  </a:gs>
                  <a:gs pos="41000">
                    <a:schemeClr val="accent1">
                      <a:lumMod val="40000"/>
                      <a:lumOff val="60000"/>
                    </a:schemeClr>
                  </a:gs>
                  <a:gs pos="68000">
                    <a:schemeClr val="accent1">
                      <a:lumMod val="40000"/>
                      <a:lumOff val="60000"/>
                    </a:schemeClr>
                  </a:gs>
                  <a:gs pos="100000">
                    <a:srgbClr val="7C828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6000"/>
                  </a:lnSpc>
                </a:pPr>
                <a:endParaRPr lang="en-GB" sz="96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B4DA27-D0F2-1793-ED7C-CD9899CC8E5B}"/>
                  </a:ext>
                </a:extLst>
              </p:cNvPr>
              <p:cNvSpPr txBox="1"/>
              <p:nvPr/>
            </p:nvSpPr>
            <p:spPr>
              <a:xfrm>
                <a:off x="2701345" y="580694"/>
                <a:ext cx="493115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PLATINUM </a:t>
                </a:r>
              </a:p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SPONSORS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9567DF5-F0BB-4504-63A0-35AB3C59C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819" y="3707923"/>
              <a:ext cx="1729798" cy="14757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C42EDCC-0C95-FE1C-5BB5-2175E567F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754720" y="3707923"/>
              <a:ext cx="1731600" cy="14757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946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50C95-9874-FD9F-8BEF-63CE9DD4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C78F94D-8CD1-5E92-515C-61558032077B}"/>
              </a:ext>
            </a:extLst>
          </p:cNvPr>
          <p:cNvGrpSpPr/>
          <p:nvPr/>
        </p:nvGrpSpPr>
        <p:grpSpPr>
          <a:xfrm>
            <a:off x="1293748" y="680861"/>
            <a:ext cx="9602329" cy="2295708"/>
            <a:chOff x="360505" y="3297936"/>
            <a:chExt cx="9602329" cy="229570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B5B9218-83C5-643F-7946-D2DCE4BF9E4B}"/>
                </a:ext>
              </a:extLst>
            </p:cNvPr>
            <p:cNvGrpSpPr/>
            <p:nvPr/>
          </p:nvGrpSpPr>
          <p:grpSpPr>
            <a:xfrm>
              <a:off x="360505" y="3297936"/>
              <a:ext cx="9602329" cy="2295708"/>
              <a:chOff x="365760" y="402336"/>
              <a:chExt cx="9602329" cy="229570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3615C39-A078-052B-E264-2F74714AD22E}"/>
                  </a:ext>
                </a:extLst>
              </p:cNvPr>
              <p:cNvSpPr/>
              <p:nvPr/>
            </p:nvSpPr>
            <p:spPr>
              <a:xfrm>
                <a:off x="365760" y="402336"/>
                <a:ext cx="9602329" cy="229570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1000">
                    <a:schemeClr val="bg1">
                      <a:lumMod val="85000"/>
                    </a:schemeClr>
                  </a:gs>
                  <a:gs pos="68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6000"/>
                  </a:lnSpc>
                </a:pPr>
                <a:endParaRPr lang="en-GB" sz="96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578BB1-46A7-797D-DD55-7721B97C291B}"/>
                  </a:ext>
                </a:extLst>
              </p:cNvPr>
              <p:cNvSpPr txBox="1"/>
              <p:nvPr/>
            </p:nvSpPr>
            <p:spPr>
              <a:xfrm>
                <a:off x="2701345" y="580694"/>
                <a:ext cx="493115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SILVER </a:t>
                </a:r>
              </a:p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SPONSORS</a:t>
                </a:r>
              </a:p>
            </p:txBody>
          </p:sp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0B3A157-B534-A0FE-627A-BE0043C09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594283">
              <a:off x="560039" y="3558694"/>
              <a:ext cx="2056848" cy="168680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1003CA9-4A2F-118E-0C41-5261EEAB9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42644" flipH="1">
              <a:off x="7626260" y="3650000"/>
              <a:ext cx="2235899" cy="1411602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94ACDD-49AE-FF47-3F4B-33CF56BADF21}"/>
              </a:ext>
            </a:extLst>
          </p:cNvPr>
          <p:cNvGrpSpPr/>
          <p:nvPr/>
        </p:nvGrpSpPr>
        <p:grpSpPr>
          <a:xfrm>
            <a:off x="1352846" y="3703073"/>
            <a:ext cx="9602329" cy="2295708"/>
            <a:chOff x="1352846" y="3703073"/>
            <a:chExt cx="9602329" cy="229570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FE2AF8-8C06-7C4D-3723-7249691E6EB0}"/>
                </a:ext>
              </a:extLst>
            </p:cNvPr>
            <p:cNvGrpSpPr/>
            <p:nvPr/>
          </p:nvGrpSpPr>
          <p:grpSpPr>
            <a:xfrm>
              <a:off x="1352846" y="3703073"/>
              <a:ext cx="9602329" cy="2295708"/>
              <a:chOff x="365760" y="402336"/>
              <a:chExt cx="9602329" cy="2295708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649D2DB-5055-2763-4948-51006BAB2DB5}"/>
                  </a:ext>
                </a:extLst>
              </p:cNvPr>
              <p:cNvSpPr/>
              <p:nvPr/>
            </p:nvSpPr>
            <p:spPr>
              <a:xfrm>
                <a:off x="365760" y="402336"/>
                <a:ext cx="9602329" cy="229570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DB8D25"/>
                  </a:gs>
                  <a:gs pos="41000">
                    <a:srgbClr val="F6C37E"/>
                  </a:gs>
                  <a:gs pos="68000">
                    <a:srgbClr val="F6C37E"/>
                  </a:gs>
                  <a:gs pos="100000">
                    <a:srgbClr val="DB8D25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6000"/>
                  </a:lnSpc>
                </a:pPr>
                <a:endParaRPr lang="en-GB" sz="96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5AA4BE-7944-A7CD-3C20-94863D711EF0}"/>
                  </a:ext>
                </a:extLst>
              </p:cNvPr>
              <p:cNvSpPr txBox="1"/>
              <p:nvPr/>
            </p:nvSpPr>
            <p:spPr>
              <a:xfrm>
                <a:off x="2701345" y="580694"/>
                <a:ext cx="493115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BRONZE</a:t>
                </a:r>
              </a:p>
              <a:p>
                <a:pPr algn="ctr"/>
                <a:r>
                  <a:rPr lang="en-GB" sz="6000" b="1" dirty="0">
                    <a:latin typeface="Arial Black" panose="020B0A04020102020204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SPONSORS</a:t>
                </a: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8AFB766-3884-E2B6-6C48-67AA3B240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5337" y="4096514"/>
              <a:ext cx="1432800" cy="142811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87C443B-4EC9-3A88-03C5-7F119BE1A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31841" y="4096513"/>
              <a:ext cx="1430841" cy="1428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4692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H</dc:creator>
  <cp:lastModifiedBy>Chris H</cp:lastModifiedBy>
  <cp:revision>4</cp:revision>
  <dcterms:created xsi:type="dcterms:W3CDTF">2025-11-17T17:52:27Z</dcterms:created>
  <dcterms:modified xsi:type="dcterms:W3CDTF">2025-11-20T22:06:21Z</dcterms:modified>
</cp:coreProperties>
</file>